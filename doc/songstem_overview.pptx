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5400" b="1">
                <a:solidFill>
                  <a:srgbClr val="2563EB"/>
                </a:solidFill>
                <a:latin typeface="Segoe UI"/>
              </a:rPr>
              <a:t>Songstem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900" b="0">
                <a:solidFill>
                  <a:srgbClr val="1F2937"/>
                </a:solidFill>
                <a:latin typeface="Segoe UI"/>
              </a:rPr>
              <a:t>Instrument removal for Apple Music on Windows — batch stem separation for music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3383280"/>
            <a:ext cx="2651760" cy="105156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1F2937"/>
                </a:solidFill>
                <a:latin typeface="Segoe UI"/>
              </a:rPr>
              <a:t>Full mix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any song in an iTunes playlist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343400" y="3520440"/>
            <a:ext cx="50292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4343400" y="4343400"/>
            <a:ext cx="50292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74920" y="3154680"/>
            <a:ext cx="3108960" cy="86868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1F2937"/>
                </a:solidFill>
                <a:latin typeface="Segoe UI"/>
              </a:rPr>
              <a:t>Solo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the chosen stem, isolated — e.g. bass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4206240"/>
            <a:ext cx="3108960" cy="86868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1F2937"/>
                </a:solidFill>
                <a:latin typeface="Segoe UI"/>
              </a:rPr>
              <a:t>Muted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the mix with that stem removed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566160"/>
            <a:ext cx="2926080" cy="118872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Play along with the band —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or study your part in isolation.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Windows · Python · optimized for practice and cover-song rehearsal — quality over latency (batch, not live)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Segoe UI"/>
              </a:rPr>
              <a:t>Usage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14630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One button after setup — the batch runs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1 · Pick a playlist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read live from iTunes /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Apple Music (COM)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79" y="2331720"/>
            <a:ext cx="36576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82880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2 · Check songs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unusable (DRM, cloud-only)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tracks are greyed out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14999" y="2331720"/>
            <a:ext cx="36576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79" y="182880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3 · Choose the stem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bass, guitar, vocals… plus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per-stem muted-mix levels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503920" y="2331720"/>
            <a:ext cx="36576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15400" y="1828800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4 · Run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separation runs in a child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process; progress + Stop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058400" y="3246120"/>
            <a:ext cx="256032" cy="54864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60920" y="3977639"/>
            <a:ext cx="4297680" cy="169164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50800" bIns="50800"/>
          <a:lstStyle/>
          <a:p>
            <a:pPr algn="ctr"/>
            <a:r>
              <a:rPr sz="1300" b="1">
                <a:solidFill>
                  <a:srgbClr val="0D9488"/>
                </a:solidFill>
                <a:latin typeface="Segoe UI"/>
              </a:rPr>
              <a:t>Per song, in the output folder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4434840"/>
            <a:ext cx="384048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0">
                <a:solidFill>
                  <a:srgbClr val="1F2937"/>
                </a:solidFill>
                <a:latin typeface="Segoe UI"/>
              </a:rPr>
              <a:t>Artist – Title [bass solo].wav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4837176"/>
            <a:ext cx="384048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0">
                <a:solidFill>
                  <a:srgbClr val="1F2937"/>
                </a:solidFill>
                <a:latin typeface="Segoe UI"/>
              </a:rPr>
              <a:t>Artist – Title [bass muted].wav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5239512"/>
            <a:ext cx="384048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0">
                <a:solidFill>
                  <a:srgbClr val="1F2937"/>
                </a:solidFill>
                <a:latin typeface="Segoe UI"/>
              </a:rPr>
              <a:t>Artist – Title [bass cheatsheet].md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715000"/>
            <a:ext cx="3840480" cy="27432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Segoe UI"/>
              </a:rPr>
              <a:t>cheat sheet: key, tempo, note patterns, synced lyrics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6720840" y="4663440"/>
            <a:ext cx="502920" cy="256032"/>
          </a:xfrm>
          <a:prstGeom prst="lef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23360" y="420624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5 · Practice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audition solo / muted in the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built-in player; selections are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remembered between launches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43400"/>
            <a:ext cx="3291840" cy="109728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Segoe UI"/>
              </a:rPr>
              <a:t>Optional per-song pitch shift</a:t>
            </a:r>
          </a:p>
          <a:p>
            <a:pPr algn="l"/>
            <a:r>
              <a:rPr sz="1100" b="0">
                <a:solidFill>
                  <a:srgbClr val="6B7280"/>
                </a:solidFill>
                <a:latin typeface="Segoe UI"/>
              </a:rPr>
              <a:t>±12 half-steps → transposed WAV copies,</a:t>
            </a:r>
          </a:p>
          <a:p>
            <a:pPr algn="l"/>
            <a:r>
              <a:rPr sz="1100" b="0">
                <a:solidFill>
                  <a:srgbClr val="6B7280"/>
                </a:solidFill>
                <a:latin typeface="Segoe UI"/>
              </a:rPr>
              <a:t>for comfortable keys / alternate tunings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Segoe UI"/>
              </a:rPr>
              <a:t>Audio sources and the DRM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14630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Separation needs decodable audio — Apple's FairPlay DRM cannot be decrypted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00200"/>
            <a:ext cx="3566160" cy="7772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iTunes / Apple Music track</a:t>
            </a:r>
          </a:p>
        </p:txBody>
      </p:sp>
      <p:sp>
        <p:nvSpPr>
          <p:cNvPr id="6" name="Down Arrow 5"/>
          <p:cNvSpPr/>
          <p:nvPr/>
        </p:nvSpPr>
        <p:spPr>
          <a:xfrm>
            <a:off x="4892040" y="2514600"/>
            <a:ext cx="256032" cy="41148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wn Arrow 6"/>
          <p:cNvSpPr/>
          <p:nvPr/>
        </p:nvSpPr>
        <p:spPr>
          <a:xfrm>
            <a:off x="6903720" y="2514600"/>
            <a:ext cx="256032" cy="41148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88720" y="3063240"/>
            <a:ext cx="420624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DRM-free file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CD rips, .mp3, DRM-free .m4a purchases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063240" y="4114800"/>
            <a:ext cx="256032" cy="41148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3063240"/>
            <a:ext cx="4206240" cy="914400"/>
          </a:xfrm>
          <a:prstGeom prst="roundRect">
            <a:avLst>
              <a:gd name="adj" fmla="val 12000"/>
            </a:avLst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B45309"/>
                </a:solidFill>
                <a:latin typeface="Segoe UI"/>
              </a:rPr>
              <a:t>DRM-protected .m4p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subscription downloads — undecodable, greyed out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686800" y="4114800"/>
            <a:ext cx="256032" cy="41148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89320" y="4617720"/>
            <a:ext cx="5760720" cy="1051560"/>
          </a:xfrm>
          <a:prstGeom prst="roundRect">
            <a:avLst>
              <a:gd name="adj" fmla="val 12000"/>
            </a:avLst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1F2937"/>
                </a:solidFill>
                <a:latin typeface="Segoe UI"/>
              </a:rPr>
              <a:t>Loopback re-record → DRM-free WAV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iTunes plays  →  VB-Audio virtual cable  →  capture (sounddevice)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resumable · atomic writes · silent captures stop the run · personal use only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5440680" y="5029200"/>
            <a:ext cx="457200" cy="256032"/>
          </a:xfrm>
          <a:prstGeom prst="lef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4617720"/>
            <a:ext cx="3749039" cy="105156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F2937"/>
                </a:solidFill>
                <a:latin typeface="Segoe UI"/>
              </a:rPr>
              <a:t>Stem separation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the resolved source — original file or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re-recorded WAV — feeds the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80760"/>
            <a:ext cx="1115568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Segoe UI"/>
              </a:rPr>
              <a:t>Re-recording captures playback in real time (a playlist takes about its runtime); it records audio output — it does not remove DRM.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Segoe U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14630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Layered pipeline — every heavy dependency sits behind a swappable seam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09960" cy="6858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1F2937"/>
                </a:solidFill>
                <a:latin typeface="Segoe UI"/>
              </a:rPr>
              <a:t>GUI — PySide6 (Qt 6): playlist picker · stem &amp; level controls · progress/Stop · built-in player (Qt Multimedia) · UI state in SQLite (pref)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97880" y="2331720"/>
            <a:ext cx="256032" cy="36576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50" b="1">
                <a:solidFill>
                  <a:srgbClr val="1F2937"/>
                </a:solidFill>
                <a:latin typeface="Segoe UI"/>
              </a:rPr>
              <a:t>Playlist source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iTunes COM (pywin32)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or a folder of WAVs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87752" y="3383280"/>
            <a:ext cx="27432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89504" y="278892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50" b="1">
                <a:solidFill>
                  <a:srgbClr val="1F2937"/>
                </a:solidFill>
                <a:latin typeface="Segoe UI"/>
              </a:rPr>
              <a:t>Batch pipeline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child process — GUI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never stalls; per-song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errors don't abort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28616" y="3383280"/>
            <a:ext cx="27432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8" y="278892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50" b="1">
                <a:solidFill>
                  <a:srgbClr val="1F2937"/>
                </a:solidFill>
                <a:latin typeface="Segoe UI"/>
              </a:rPr>
              <a:t>Separation backend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Demucs (PyTorch, CPU)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pluggable via registry —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e.g. Open-Unmix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69480" y="3383280"/>
            <a:ext cx="27432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71232" y="278892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50" b="1">
                <a:solidFill>
                  <a:srgbClr val="1F2937"/>
                </a:solidFill>
                <a:latin typeface="Segoe UI"/>
              </a:rPr>
              <a:t>Mixer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pure NumPy —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solo &amp; muted sums,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per-stem gains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10344" y="3383280"/>
            <a:ext cx="274320" cy="256032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12096" y="278892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50" b="1">
                <a:solidFill>
                  <a:srgbClr val="1F2937"/>
                </a:solidFill>
                <a:latin typeface="Segoe UI"/>
              </a:rPr>
              <a:t>Audio I/O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soundfile + ffmpeg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atomic writes</a:t>
            </a:r>
          </a:p>
          <a:p>
            <a:pPr algn="ctr"/>
            <a:r>
              <a:rPr sz="1050" b="0">
                <a:solidFill>
                  <a:srgbClr val="6B7280"/>
                </a:solidFill>
                <a:latin typeface="Segoe UI"/>
              </a:rPr>
              <a:t>→ WAVs on disk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052560" y="4389120"/>
            <a:ext cx="256032" cy="365760"/>
          </a:xfrm>
          <a:prstGeom prst="down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40880" y="4892040"/>
            <a:ext cx="4617720" cy="10515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1F2937"/>
                </a:solidFill>
                <a:latin typeface="Segoe UI"/>
              </a:rPr>
              <a:t>Analysis (best-effort, never fails a job)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librosa: key (Krumhansl–Schmuckler) · tempo · note patterns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Segoe UI"/>
              </a:rPr>
              <a:t>synced lyrics (network) → Markdown cheat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6035040" cy="100584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Segoe UI"/>
              </a:rPr>
              <a:t>Design rule</a:t>
            </a:r>
          </a:p>
          <a:p>
            <a:pPr algn="l"/>
            <a:r>
              <a:rPr sz="1150" b="0">
                <a:solidFill>
                  <a:srgbClr val="6B7280"/>
                </a:solidFill>
                <a:latin typeface="Segoe UI"/>
              </a:rPr>
              <a:t>Heavy/platform imports (Demucs, Qt, COM, soundfile) stay local behind ABCs with in-memory fakes — the core is importable and tested headless.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Segoe UI"/>
              </a:rPr>
              <a:t>Underlying technologies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14630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All Python — Windows x86 desktop, Python 3.14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03320" cy="196596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/>
            <a:r>
              <a:rPr sz="1400" b="1">
                <a:solidFill>
                  <a:srgbClr val="0D9488"/>
                </a:solidFill>
                <a:latin typeface="Segoe UI"/>
              </a:rPr>
              <a:t>Separation / ML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Demucs v4 — hybrid transformer source separation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PyTorch, CPU inference (GPU-ready via config)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Backend registry → swappable engines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703320" cy="1965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/>
            <a:r>
              <a:rPr sz="1400" b="1">
                <a:solidFill>
                  <a:srgbClr val="2563EB"/>
                </a:solidFill>
                <a:latin typeface="Segoe UI"/>
              </a:rPr>
              <a:t>Desktop UI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PySide6 (Qt 6) widgets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Qt Multimedia output player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QThread workers + child process for heavy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91640"/>
            <a:ext cx="3703320" cy="196596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/>
            <a:r>
              <a:rPr sz="1400" b="1">
                <a:solidFill>
                  <a:srgbClr val="0D9488"/>
                </a:solidFill>
                <a:latin typeface="Segoe UI"/>
              </a:rPr>
              <a:t>Audio processing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NumPy mixing · soundfile (libsndfile) I/O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ffmpeg for AAC/ALAC decode (auto-installed via winget)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librosa — key/tempo/note analysis, pitch shifting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3703320" cy="1965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/>
            <a:r>
              <a:rPr sz="1400" b="1">
                <a:solidFill>
                  <a:srgbClr val="2563EB"/>
                </a:solidFill>
                <a:latin typeface="Segoe UI"/>
              </a:rPr>
              <a:t>Windows integration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pywin32 — iTunes/Apple Music COM automation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sounddevice + VB-Audio Virtual Cable loopback capture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Runs on regular CPython (not free-threaded 3.14t)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886200"/>
            <a:ext cx="3703320" cy="1965960"/>
          </a:xfrm>
          <a:prstGeom prst="roundRect">
            <a:avLst>
              <a:gd name="adj" fmla="val 12000"/>
            </a:avLst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/>
            <a:r>
              <a:rPr sz="1400" b="1">
                <a:solidFill>
                  <a:srgbClr val="B45309"/>
                </a:solidFill>
                <a:latin typeface="Segoe UI"/>
              </a:rPr>
              <a:t>Persistence &amp; state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pref — SQLite-backed UI state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Remembers playlist, checked songs, pitch, window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Atomic file writes for crash-safe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86200"/>
            <a:ext cx="3703320" cy="1965960"/>
          </a:xfrm>
          <a:prstGeom prst="roundRect">
            <a:avLst>
              <a:gd name="adj" fmla="val 12000"/>
            </a:avLst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/>
            <a:r>
              <a:rPr sz="1400" b="1">
                <a:solidFill>
                  <a:srgbClr val="B45309"/>
                </a:solidFill>
                <a:latin typeface="Segoe UI"/>
              </a:rPr>
              <a:t>Quality &amp; tooling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pytest suite over the dependency-light core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Fakes for iTunes, separation, recording, analysis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Segoe UI"/>
              </a:rPr>
              <a:t>•  ruff linting · hatchling packaging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155680" cy="36576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Every dependency is plain PyPI — no services, no accounts; everything runs and stays on the local machine.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